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2.xml.rels><?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82.3% conv; DMart West 94.2% = best DMart nationally; Reliance West 54.5% only exception; Wellness 134.9% =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 (worst nationally); ₹7.83 Cr primary vs ₹3.55 Cr offtake; Reliance 52.9%; LY Paisa Vasool: primary ₹6.68→₹5.42 Cr; NPI 10.2%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MT avg (73.4%)</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₹2.82 Cr NPI; 58/60 EANs billing; Reliance 46.3% (₹1.30 Cr), DMart 34.6% (₹0.98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₹24.49 Cr at 73.4% conv; TDC ₹11.03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₹13.11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