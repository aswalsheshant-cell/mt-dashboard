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₹40.67 Cr July offtake | 2269K units | 86.5%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₹6.35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61.3% of the zone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42.5%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₹8.49 Cr at 84.5%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₹8.77 Cr at 89.5%.</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₹3.63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61.9%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86.5%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₹8.49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20.9% mix | 497K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84.5%</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₹1.56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₹8.49Cr offtake (497K units), 20.9% national.</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+99.0% YoY: ₹10.05Cr (597K units) vs offtake ₹8.49Cr (497K).</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West ranks #2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₹8.49Cr(497K) | DMart+Reliance+WF top 3 | 84.5% conv | ₹1.56Cr gap</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₹8.77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21.6% mix | 461K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89.5%</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₹1.03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₹8.77Cr offtake (461K units), 21.6% national.</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+63.6% YoY: ₹9.8Cr (581K units) vs offtake ₹8.77Cr (461K).</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South-1 ranks #1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₹8.77Cr(461K) | Apollo+DMart+Lulu top 3 | 89.5% conv | ₹1.03Cr gap</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₹8.32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20.5% mix | 442K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69.6%</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₹3.63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₹8.32Cr offtake (442K units), 20.5% national.</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+134.3% YoY: ₹11.95Cr (649K units) vs offtake ₹8.32Cr (442K).</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₹8.32Cr(442K) | Rel+DMart+Apollo top 3 | 69.6% conv | ₹3.63Cr gap</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₹5.3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13.0% mix | 299K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77.0%</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₹1.59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₹5.3Cr offtake (299K units), 13.0% national.</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+69.3% YoY: ₹6.89Cr (343K units) vs offtake ₹5.3Cr (299K).</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₹5.30Cr(299K) | DMart+Apollo+Rel top 3 | 77.0% conv | ₹1.59Cr gap</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₹4.85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11.9% mix | 245K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61.9%</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₹2.99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₹4.85Cr offtake (245K units), 11.9% national.</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+115.7% YoY: ₹7.83Cr (409K units) vs offtake ₹4.85Cr (245K).</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₹4.85Cr(245K) | Rel+Apollo+RBC top 3 | 61.9% conv | ₹2.99Cr gap</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₹2.88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7.1% mix | 171K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2B9A66"/>
                </a:solidFill>
              </a:defRPr>
            </a:pPr>
            <a:r>
              <a:rPr sz="1875" b="1">
                <a:solidFill>
                  <a:srgbClr val="2B9A66"/>
                </a:solidFill>
              </a:rPr>
              <a:t>107.1%</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1875" b="1">
                <a:solidFill>
                  <a:srgbClr val="D6544D"/>
                </a:solidFill>
              </a:defRPr>
            </a:pPr>
            <a:r>
              <a:rPr sz="1875" b="1">
                <a:solidFill>
                  <a:srgbClr val="D6544D"/>
                </a:solidFill>
              </a:rPr>
              <a:t>₹0.19 Cr surplus</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₹2.88Cr offtake (171K units), 7.1% national.</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+202.2% YoY: ₹2.69Cr (160K units) vs offtake ₹2.88Cr (171K).</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Off: ₹2.88Cr(171K) | DMart+Rel+Apollo top 3 | 107% conv (timing surplus)</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