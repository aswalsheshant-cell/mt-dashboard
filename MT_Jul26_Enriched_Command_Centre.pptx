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s/slide26.xml" ContentType="application/vnd.openxmlformats-officedocument.presentationml.slide+xml"/>
  <Override PartName="/ppt/charts/chart35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  <p:sldId id="281" r:id="rId32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  <Relationship Id="rId32" Type="http://schemas.openxmlformats.org/officeDocument/2006/relationships/slide" Target="slides/slide26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
<Relationships xmlns="http://schemas.openxmlformats.org/package/2006/relationships"/>

</file>

<file path=ppt/charts/_rels/chart32.xml.rels><?xml version="1.0" encoding="UTF-8" standalone="yes"?>
<Relationships xmlns="http://schemas.openxmlformats.org/package/2006/relationships"/>

</file>

<file path=ppt/charts/_rels/chart33.xml.rels><?xml version="1.0" encoding="UTF-8" standalone="yes"?>
<Relationships xmlns="http://schemas.openxmlformats.org/package/2006/relationships"/>

</file>

<file path=ppt/charts/_rels/chart34.xml.rels><?xml version="1.0" encoding="UTF-8" standalone="yes"?>
<Relationships xmlns="http://schemas.openxmlformats.org/package/2006/relationships"/>

</file>

<file path=ppt/charts/_rels/chart35.xml.rels><?xml version="1.0" encoding="UTF-8" standalone="yes"?>
<Relationships xmlns="http://schemas.openxmlformats.org/package/2006/relationships"/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18.2536</c:v>
                </c:pt>
                <c:pt idx="1">
                  <c:v>15.6615</c:v>
                </c:pt>
                <c:pt idx="2">
                  <c:v>7.2003</c:v>
                </c:pt>
                <c:pt idx="3">
                  <c:v>2.079</c:v>
                </c:pt>
                <c:pt idx="4">
                  <c:v>0.0</c:v>
                </c:pt>
                <c:pt idx="5">
                  <c:v>0.4855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C9694A98-F30F-4F2C-869A-E5D3EFDDF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21571B24-BC26-4D8B-A2A5-D351837E41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chart" Target="../charts/chart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conversion: Apollo &amp; FSN at ≥99% — Reliance (51%) and Metro (26%) are the gap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P&amp;O conversion | July 2026 | ₹ Cr | conversion % = offtake ÷ primary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₹7.60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— 48.6% unsold; ₹7.60 Cr pipeline risk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₹4.28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— needs ≥85% to reach benchmark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