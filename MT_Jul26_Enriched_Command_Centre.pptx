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11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2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13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notesSlides/notesSlide19.xml" ContentType="application/vnd.openxmlformats-officedocument.presentationml.notesSlide+xml"/>
  <Override PartName="/ppt/charts/chart27.xml" ContentType="application/vnd.openxmlformats-officedocument.drawingml.chart+xml"/>
  <Override PartName="/ppt/notesSlides/notesSlide20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9"/>
    <p:sldId id="279" r:id="rId30"/>
    <p:sldId id="280" r:id="rId31"/>
  </p:sldIdLst>
  <p:sldSz cx="6858000" cy="12192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2" y="-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9.7986000000000004</c:v>
                </c:pt>
                <c:pt idx="2">
                  <c:v>11.9527</c:v>
                </c:pt>
                <c:pt idx="3">
                  <c:v>6.8914</c:v>
                </c:pt>
                <c:pt idx="4">
                  <c:v>7.8305999999999996</c:v>
                </c:pt>
                <c:pt idx="5">
                  <c:v>2.6873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24-425F-A239-11A4EE23EF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8.2768999999999995</c:v>
                </c:pt>
                <c:pt idx="1">
                  <c:v>8.1885999999999992</c:v>
                </c:pt>
                <c:pt idx="2">
                  <c:v>6.9873000000000003</c:v>
                </c:pt>
                <c:pt idx="3">
                  <c:v>4.9101999999999997</c:v>
                </c:pt>
                <c:pt idx="4">
                  <c:v>3.5510999999999999</c:v>
                </c:pt>
                <c:pt idx="5">
                  <c:v>2.1177000000000001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24-425F-A239-11A4EE23E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5F-41BA-9F74-F10A07991B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5F-41BA-9F74-F10A07991B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1">
                  <c:v>13.06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5F-41BA-9F74-F10A07991B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2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E5F-41BA-9F74-F10A07991B5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South-2</c:v>
                </c:pt>
                <c:pt idx="1">
                  <c:v>East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2.5499999999999998</c:v>
                </c:pt>
                <c:pt idx="2">
                  <c:v>2.79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7-4D01-BC60-646769FA59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39.409999999999997</c:v>
                </c:pt>
                <c:pt idx="3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22-425A-8DBD-B0548E7371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22-425A-8DBD-B0548E7371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4-4A5B-BE1F-36FC569204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A8-4512-8A97-8E01BC2C56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1">
                  <c:v>86.3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A8-4512-8A97-8E01BC2C56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2">
                  <c:v>72.400000000000006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A8-4512-8A97-8E01BC2C56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3">
                  <c:v>61.2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5A8-4512-8A97-8E01BC2C563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4">
                  <c:v>49.9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5A8-4512-8A97-8E01BC2C56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2.0929000000000002</c:v>
                </c:pt>
                <c:pt idx="1">
                  <c:v>2.4540000000000002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1.3294999999999999</c:v>
                </c:pt>
                <c:pt idx="1">
                  <c:v>1.5492999999999999</c:v>
                </c:pt>
                <c:pt idx="2">
                  <c:v>1.5924</c:v>
                </c:pt>
                <c:pt idx="3">
                  <c:v>1.6361000000000001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0.43780000000000002</c:v>
                </c:pt>
                <c:pt idx="1">
                  <c:v>1.0265</c:v>
                </c:pt>
                <c:pt idx="2">
                  <c:v>0.96630000000000005</c:v>
                </c:pt>
                <c:pt idx="3">
                  <c:v>0.81499999999999995</c:v>
                </c:pt>
                <c:pt idx="4">
                  <c:v>0.45989999999999998</c:v>
                </c:pt>
                <c:pt idx="5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1.1236999999999999</c:v>
                </c:pt>
                <c:pt idx="1">
                  <c:v>1.3265</c:v>
                </c:pt>
                <c:pt idx="2">
                  <c:v>1.4202999999999999</c:v>
                </c:pt>
                <c:pt idx="3">
                  <c:v>2.0396000000000001</c:v>
                </c:pt>
                <c:pt idx="4">
                  <c:v>2.1850999999999998</c:v>
                </c:pt>
                <c:pt idx="5">
                  <c:v>2.8435999999999999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0.34839999999999999</c:v>
                </c:pt>
                <c:pt idx="1">
                  <c:v>0.66469999999999996</c:v>
                </c:pt>
                <c:pt idx="2">
                  <c:v>0.72799999999999998</c:v>
                </c:pt>
                <c:pt idx="3">
                  <c:v>1.0665</c:v>
                </c:pt>
                <c:pt idx="4">
                  <c:v>0.67220000000000002</c:v>
                </c:pt>
                <c:pt idx="5">
                  <c:v>0.55030000000000001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0.17150000000000001</c:v>
                </c:pt>
                <c:pt idx="2">
                  <c:v>0.19769999999999999</c:v>
                </c:pt>
                <c:pt idx="3">
                  <c:v>0.16719999999999999</c:v>
                </c:pt>
                <c:pt idx="4">
                  <c:v>0.16289999999999999</c:v>
                </c:pt>
                <c:pt idx="5">
                  <c:v>0.21809999999999999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0.93620000000000003</c:v>
                </c:pt>
                <c:pt idx="1">
                  <c:v>1.0264</c:v>
                </c:pt>
                <c:pt idx="2">
                  <c:v>1.0769</c:v>
                </c:pt>
                <c:pt idx="3">
                  <c:v>1.2856000000000001</c:v>
                </c:pt>
                <c:pt idx="4">
                  <c:v>1.1223000000000001</c:v>
                </c:pt>
                <c:pt idx="5">
                  <c:v>1.1188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CC-4D01-B3DB-C89081673C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0.86029999999999995</c:v>
                </c:pt>
                <c:pt idx="1">
                  <c:v>0.95230000000000004</c:v>
                </c:pt>
                <c:pt idx="2">
                  <c:v>0.96319999999999995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CC-4D01-B3DB-C89081673C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0.37880000000000003</c:v>
                </c:pt>
                <c:pt idx="2">
                  <c:v>0.45669999999999999</c:v>
                </c:pt>
                <c:pt idx="3">
                  <c:v>0.47549999999999998</c:v>
                </c:pt>
                <c:pt idx="4">
                  <c:v>0.33460000000000001</c:v>
                </c:pt>
                <c:pt idx="5">
                  <c:v>0.32190000000000002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CC-4D01-B3DB-C89081673C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0.51939999999999997</c:v>
                </c:pt>
                <c:pt idx="3">
                  <c:v>0.77159999999999995</c:v>
                </c:pt>
                <c:pt idx="4">
                  <c:v>0.7147</c:v>
                </c:pt>
                <c:pt idx="5">
                  <c:v>1.1801999999999999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4-4232-8562-06BE020CE1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0.25290000000000001</c:v>
                </c:pt>
                <c:pt idx="1">
                  <c:v>0.43330000000000002</c:v>
                </c:pt>
                <c:pt idx="2">
                  <c:v>0.64580000000000004</c:v>
                </c:pt>
                <c:pt idx="3">
                  <c:v>0.81379999999999997</c:v>
                </c:pt>
                <c:pt idx="4">
                  <c:v>0.50660000000000005</c:v>
                </c:pt>
                <c:pt idx="5">
                  <c:v>0.60699999999999998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4-4232-8562-06BE020CE1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0.14560000000000001</c:v>
                </c:pt>
                <c:pt idx="2">
                  <c:v>0.16650000000000001</c:v>
                </c:pt>
                <c:pt idx="3">
                  <c:v>0.19170000000000001</c:v>
                </c:pt>
                <c:pt idx="4">
                  <c:v>0.19370000000000001</c:v>
                </c:pt>
                <c:pt idx="5">
                  <c:v>0.18659999999999999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4-4232-8562-06BE020CE1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1.7192000000000001</c:v>
                </c:pt>
                <c:pt idx="1">
                  <c:v>2.0834999999999999</c:v>
                </c:pt>
                <c:pt idx="2">
                  <c:v>2.2320000000000002</c:v>
                </c:pt>
                <c:pt idx="3">
                  <c:v>2.4319000000000002</c:v>
                </c:pt>
                <c:pt idx="4">
                  <c:v>2.2778</c:v>
                </c:pt>
                <c:pt idx="5">
                  <c:v>2.0918999999999999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52-4FA4-8926-86A77B0F37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1.2172000000000001</c:v>
                </c:pt>
                <c:pt idx="1">
                  <c:v>1.3299000000000001</c:v>
                </c:pt>
                <c:pt idx="2">
                  <c:v>1.6309</c:v>
                </c:pt>
                <c:pt idx="3">
                  <c:v>1.7503</c:v>
                </c:pt>
                <c:pt idx="4">
                  <c:v>1.6847000000000001</c:v>
                </c:pt>
                <c:pt idx="5">
                  <c:v>1.6785000000000001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B52-4FA4-8926-86A77B0F37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0.38600000000000001</c:v>
                </c:pt>
                <c:pt idx="1">
                  <c:v>0.65549999999999997</c:v>
                </c:pt>
                <c:pt idx="2">
                  <c:v>0.76939999999999997</c:v>
                </c:pt>
                <c:pt idx="3">
                  <c:v>0.79</c:v>
                </c:pt>
                <c:pt idx="4">
                  <c:v>0.56469999999999998</c:v>
                </c:pt>
                <c:pt idx="5">
                  <c:v>0.34589999999999999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B52-4FA4-8926-86A77B0F3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0.48770000000000002</c:v>
                </c:pt>
                <c:pt idx="1">
                  <c:v>0.66400000000000003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A5-4D9A-A10F-39D191CFA8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0.21360000000000001</c:v>
                </c:pt>
                <c:pt idx="1">
                  <c:v>0.42380000000000001</c:v>
                </c:pt>
                <c:pt idx="2">
                  <c:v>0.47799999999999998</c:v>
                </c:pt>
                <c:pt idx="3">
                  <c:v>0.7077</c:v>
                </c:pt>
                <c:pt idx="4">
                  <c:v>0.51100000000000001</c:v>
                </c:pt>
                <c:pt idx="5">
                  <c:v>0.36380000000000001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A5-4D9A-A10F-39D191CFA8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7.3300000000000004E-2</c:v>
                </c:pt>
                <c:pt idx="1">
                  <c:v>0.10009999999999999</c:v>
                </c:pt>
                <c:pt idx="2">
                  <c:v>0.1125</c:v>
                </c:pt>
                <c:pt idx="3">
                  <c:v>0.10970000000000001</c:v>
                </c:pt>
                <c:pt idx="4">
                  <c:v>9.9599999999999994E-2</c:v>
                </c:pt>
                <c:pt idx="5">
                  <c:v>0.1021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A5-4D9A-A10F-39D191CFA8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0.72889999999999999</c:v>
                </c:pt>
                <c:pt idx="1">
                  <c:v>0.88519999999999999</c:v>
                </c:pt>
                <c:pt idx="2">
                  <c:v>0.88719999999999999</c:v>
                </c:pt>
                <c:pt idx="3">
                  <c:v>1.0779000000000001</c:v>
                </c:pt>
                <c:pt idx="4">
                  <c:v>1.2270000000000001</c:v>
                </c:pt>
                <c:pt idx="5">
                  <c:v>1.0426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81-4BDA-84B7-A0E6DBDF1A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0.66139999999999999</c:v>
                </c:pt>
                <c:pt idx="1">
                  <c:v>0.78239999999999998</c:v>
                </c:pt>
                <c:pt idx="2">
                  <c:v>0.84009999999999996</c:v>
                </c:pt>
                <c:pt idx="3">
                  <c:v>0.87409999999999999</c:v>
                </c:pt>
                <c:pt idx="4">
                  <c:v>0.99519999999999997</c:v>
                </c:pt>
                <c:pt idx="5">
                  <c:v>0.94230000000000003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81-4BDA-84B7-A0E6DBDF1A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0.28129999999999999</c:v>
                </c:pt>
                <c:pt idx="3">
                  <c:v>0.28570000000000001</c:v>
                </c:pt>
                <c:pt idx="4">
                  <c:v>0.20019999999999999</c:v>
                </c:pt>
                <c:pt idx="5">
                  <c:v>0.1361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81-4BDA-84B7-A0E6DBDF1A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0.18770000000000001</c:v>
                </c:pt>
                <c:pt idx="2">
                  <c:v>0.29349999999999998</c:v>
                </c:pt>
                <c:pt idx="3">
                  <c:v>0.4778</c:v>
                </c:pt>
                <c:pt idx="4">
                  <c:v>0.503</c:v>
                </c:pt>
                <c:pt idx="5">
                  <c:v>0.55940000000000001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49-49CE-8D13-2C551CA463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8.6099999999999996E-2</c:v>
                </c:pt>
                <c:pt idx="1">
                  <c:v>0.12609999999999999</c:v>
                </c:pt>
                <c:pt idx="2">
                  <c:v>0.1731</c:v>
                </c:pt>
                <c:pt idx="3">
                  <c:v>0.36299999999999999</c:v>
                </c:pt>
                <c:pt idx="4">
                  <c:v>0.20449999999999999</c:v>
                </c:pt>
                <c:pt idx="5">
                  <c:v>0.1963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9-49CE-8D13-2C551CA463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3.85E-2</c:v>
                </c:pt>
                <c:pt idx="2">
                  <c:v>4.5400000000000003E-2</c:v>
                </c:pt>
                <c:pt idx="3">
                  <c:v>4.8599999999999997E-2</c:v>
                </c:pt>
                <c:pt idx="4">
                  <c:v>4.3299999999999998E-2</c:v>
                </c:pt>
                <c:pt idx="5">
                  <c:v>5.16E-2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9-49CE-8D13-2C551CA463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0.99319999999999997</c:v>
                </c:pt>
                <c:pt idx="2">
                  <c:v>1.0006999999999999</c:v>
                </c:pt>
                <c:pt idx="3">
                  <c:v>1.1479999999999999</c:v>
                </c:pt>
                <c:pt idx="4">
                  <c:v>1.0489999999999999</c:v>
                </c:pt>
                <c:pt idx="5">
                  <c:v>1.3383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1F-439A-B6AE-FAFBB1095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6.0600000000000001E-2</c:v>
                </c:pt>
                <c:pt idx="1">
                  <c:v>7.9500000000000001E-2</c:v>
                </c:pt>
                <c:pt idx="2">
                  <c:v>0.1159</c:v>
                </c:pt>
                <c:pt idx="3">
                  <c:v>0.11310000000000001</c:v>
                </c:pt>
                <c:pt idx="4">
                  <c:v>0.15429999999999999</c:v>
                </c:pt>
                <c:pt idx="5">
                  <c:v>0.47299999999999998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62-4977-B05D-CB42C9DEF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0.54459999999999997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2B-4596-B890-EDE62F7393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2B-4596-B890-EDE62F7393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9.1800000000000007E-2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02B-4596-B890-EDE62F7393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D-4621-BF3E-FE75443B1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DD-4621-BF3E-FE75443B1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1.84E-2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DD-4621-BF3E-FE75443B1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AA-4574-95CF-22ECFD1A45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C1-4846-9524-E7ED09583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CC8-47E6-A804-4A6027A7CEB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CC8-47E6-A804-4A6027A7CEB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CC8-47E6-A804-4A6027A7CEBD}"/>
              </c:ext>
            </c:extLst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CC8-47E6-A804-4A6027A7CE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CC8-47E6-A804-4A6027A7CE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86-4852-8AC4-6D9705EE32ED}"/>
              </c:ext>
            </c:extLst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86-4852-8AC4-6D9705EE32ED}"/>
              </c:ext>
            </c:extLst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86-4852-8AC4-6D9705EE32ED}"/>
              </c:ext>
            </c:extLst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86-4852-8AC4-6D9705EE32ED}"/>
              </c:ext>
            </c:extLst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86-4852-8AC4-6D9705EE32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BBlunt</c:v>
                </c:pt>
                <c:pt idx="1">
                  <c:v>Aqualogica</c:v>
                </c:pt>
                <c:pt idx="2">
                  <c:v>Mamaearth</c:v>
                </c:pt>
                <c:pt idx="3">
                  <c:v>Lumineve</c:v>
                </c:pt>
                <c:pt idx="4">
                  <c:v>The Derma Co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86-4852-8AC4-6D9705EE32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D-4F4C-A0C6-C9E8698930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B3-4322-B250-4C8291CAE5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B3-468B-9B1C-3A6195113713}"/>
              </c:ext>
            </c:extLst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B3-468B-9B1C-3A6195113713}"/>
              </c:ext>
            </c:extLst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B3-468B-9B1C-3A6195113713}"/>
              </c:ext>
            </c:extLst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B3-468B-9B1C-3A6195113713}"/>
              </c:ext>
            </c:extLst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EB3-468B-9B1C-3A6195113713}"/>
              </c:ext>
            </c:extLst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EB3-468B-9B1C-3A61951137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South-2</c:v>
                </c:pt>
                <c:pt idx="1">
                  <c:v>West</c:v>
                </c:pt>
                <c:pt idx="2">
                  <c:v>South-1</c:v>
                </c:pt>
                <c:pt idx="3">
                  <c:v>Central</c:v>
                </c:pt>
                <c:pt idx="4">
                  <c:v>North</c:v>
                </c:pt>
                <c:pt idx="5">
                  <c:v>East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8.5399999999999991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EB3-468B-9B1C-3A61951137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078-4453-A693-2D6136F49F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078-4453-A693-2D6136F49F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078-4453-A693-2D6136F49F1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078-4453-A693-2D6136F49F1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078-4453-A693-2D6136F49F1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078-4453-A693-2D6136F49F19}"/>
              </c:ext>
            </c:extLst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078-4453-A693-2D6136F49F19}"/>
              </c:ext>
            </c:extLst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078-4453-A693-2D6136F49F1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Sancus</c:v>
                </c:pt>
                <c:pt idx="1">
                  <c:v>Wellness</c:v>
                </c:pt>
                <c:pt idx="2">
                  <c:v>Metro</c:v>
                </c:pt>
                <c:pt idx="3">
                  <c:v>Health &amp; Glow</c:v>
                </c:pt>
                <c:pt idx="4">
                  <c:v>FSN / Nykaa</c:v>
                </c:pt>
                <c:pt idx="5">
                  <c:v>Lulu</c:v>
                </c:pt>
                <c:pt idx="6">
                  <c:v>DMart</c:v>
                </c:pt>
                <c:pt idx="7">
                  <c:v>Reliance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78-4453-A693-2D6136F49F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18.253599999999999</c:v>
                </c:pt>
                <c:pt idx="1">
                  <c:v>15.6615</c:v>
                </c:pt>
                <c:pt idx="2">
                  <c:v>7.2003000000000004</c:v>
                </c:pt>
                <c:pt idx="3">
                  <c:v>2.0790000000000002</c:v>
                </c:pt>
                <c:pt idx="4">
                  <c:v>0</c:v>
                </c:pt>
                <c:pt idx="5">
                  <c:v>0.48549999999999999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75-4787-9B66-A0FA7F7AF2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7.1816000000000004</c:v>
                </c:pt>
                <c:pt idx="3">
                  <c:v>2.0663999999999998</c:v>
                </c:pt>
                <c:pt idx="4">
                  <c:v>1.6977</c:v>
                </c:pt>
                <c:pt idx="5">
                  <c:v>0.72089999999999999</c:v>
                </c:pt>
                <c:pt idx="6">
                  <c:v>0.5081</c:v>
                </c:pt>
                <c:pt idx="7">
                  <c:v>0.48580000000000001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75-4787-9B66-A0FA7F7AF2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33.380000000000003</c:v>
                </c:pt>
                <c:pt idx="1">
                  <c:v>15.19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2-4165-813A-B550A36DC9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2-4165-813A-B550A36DC9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7.0274000000000001</c:v>
                </c:pt>
                <c:pt idx="1">
                  <c:v>8.1684999999999999</c:v>
                </c:pt>
                <c:pt idx="2">
                  <c:v>8.5474999999999994</c:v>
                </c:pt>
                <c:pt idx="3">
                  <c:v>9.6257000000000001</c:v>
                </c:pt>
                <c:pt idx="4">
                  <c:v>9.6513000000000009</c:v>
                </c:pt>
                <c:pt idx="5">
                  <c:v>8.5257000000000005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5-40BA-AD3E-4189D14A0F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4.8066000000000004</c:v>
                </c:pt>
                <c:pt idx="1">
                  <c:v>5.3825000000000003</c:v>
                </c:pt>
                <c:pt idx="2">
                  <c:v>6.1124999999999998</c:v>
                </c:pt>
                <c:pt idx="3">
                  <c:v>6.6802999999999999</c:v>
                </c:pt>
                <c:pt idx="4">
                  <c:v>6.8695000000000004</c:v>
                </c:pt>
                <c:pt idx="5">
                  <c:v>6.9504000000000001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5-40BA-AD3E-4189D14A0F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1.5518000000000001</c:v>
                </c:pt>
                <c:pt idx="1">
                  <c:v>2.7323</c:v>
                </c:pt>
                <c:pt idx="2">
                  <c:v>3.0950000000000002</c:v>
                </c:pt>
                <c:pt idx="3">
                  <c:v>2.9542999999999999</c:v>
                </c:pt>
                <c:pt idx="4">
                  <c:v>1.9910000000000001</c:v>
                </c:pt>
                <c:pt idx="5">
                  <c:v>1.304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5-40BA-AD3E-4189D14A0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2.2515000000000001</c:v>
                </c:pt>
                <c:pt idx="1">
                  <c:v>2.7532000000000001</c:v>
                </c:pt>
                <c:pt idx="2">
                  <c:v>3.2366999999999999</c:v>
                </c:pt>
                <c:pt idx="3">
                  <c:v>4.6281999999999996</c:v>
                </c:pt>
                <c:pt idx="4">
                  <c:v>4.8318000000000003</c:v>
                </c:pt>
                <c:pt idx="5">
                  <c:v>7.1311999999999998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9-43F6-B26A-A9D14D6D0C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1.8093999999999999</c:v>
                </c:pt>
                <c:pt idx="2">
                  <c:v>2.274</c:v>
                </c:pt>
                <c:pt idx="3">
                  <c:v>3.1776</c:v>
                </c:pt>
                <c:pt idx="4">
                  <c:v>2.0478999999999998</c:v>
                </c:pt>
                <c:pt idx="5">
                  <c:v>1.9915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A9-43F6-B26A-A9D14D6D0C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0.57479999999999998</c:v>
                </c:pt>
                <c:pt idx="2">
                  <c:v>0.69379999999999997</c:v>
                </c:pt>
                <c:pt idx="3">
                  <c:v>0.66069999999999995</c:v>
                </c:pt>
                <c:pt idx="4">
                  <c:v>0.66349999999999998</c:v>
                </c:pt>
                <c:pt idx="5">
                  <c:v>0.62849999999999995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A9-43F6-B26A-A9D14D6D0C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 (TDC)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 Face Cleanser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Shampoo (ME)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TDC Sun Care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TDC Face Serum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 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3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chart" Target="../charts/chart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2.xml"/></Relationships>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chart" Target="../charts/chart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338328" y="2980944"/>
          <a:ext cx="18714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/>
          <p:cNvGraphicFramePr/>
          <p:nvPr/>
        </p:nvGraphicFramePr>
        <p:xfrm>
          <a:off x="2456688" y="3017520"/>
          <a:ext cx="1944624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/>
          <p:cNvGraphicFramePr/>
          <p:nvPr/>
        </p:nvGraphicFramePr>
        <p:xfrm>
          <a:off x="4593336" y="3584448"/>
          <a:ext cx="1944624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246888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3483864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/>
          <p:cNvGraphicFramePr/>
          <p:nvPr/>
        </p:nvGraphicFramePr>
        <p:xfrm>
          <a:off x="246888" y="6912864"/>
          <a:ext cx="6327648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246888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/>
          <p:cNvGraphicFramePr/>
          <p:nvPr/>
        </p:nvGraphicFramePr>
        <p:xfrm>
          <a:off x="3483864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/>
          <p:cNvGraphicFramePr/>
          <p:nvPr/>
        </p:nvGraphicFramePr>
        <p:xfrm>
          <a:off x="246888" y="3291840"/>
          <a:ext cx="3090672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/>
          <p:cNvGraphicFramePr/>
          <p:nvPr/>
        </p:nvGraphicFramePr>
        <p:xfrm>
          <a:off x="3447288" y="3291840"/>
          <a:ext cx="3127248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3840480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/>
          <p:cNvGraphicFramePr/>
          <p:nvPr/>
        </p:nvGraphicFramePr>
        <p:xfrm>
          <a:off x="246888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/>
          <p:cNvGraphicFramePr/>
          <p:nvPr/>
        </p:nvGraphicFramePr>
        <p:xfrm>
          <a:off x="3483864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category trends: six months of offtake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MT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PICTURE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leads ME; TDC Face Wash is the breakout — +47.6% MoM, new record ₹7.13 Cr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23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23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23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23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23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23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23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MT National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MT National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MT National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MT National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MT National-specific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23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MT National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MT National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TDC Face Wash breakthrough — ₹7.13 Cr, +47.6% MoM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₹15.19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primary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₹11.03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brand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72.6%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₹4.16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 ₹7.13 Cr is the fastest-growing MT category — +217% since Feb. Ensure ≥21-day DOI before Aug-10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24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24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24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24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24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24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24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The Derma Co.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The Derma Co.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The Derma Co.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The Derma Co.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The Derma Co.-specific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24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The Derma Co.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The Derma Co.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August action register — seven commitments, Aug-31 deadline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61-90d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13415</Words>
  <Application>Microsoft Office PowerPoint</Application>
  <PresentationFormat>Widescreen</PresentationFormat>
  <Paragraphs>1982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Sheshant  Singh Aswal</cp:lastModifiedBy>
  <cp:revision>1</cp:revision>
  <dcterms:created xsi:type="dcterms:W3CDTF">2026-08-18T05:36:31Z</dcterms:created>
  <dcterms:modified xsi:type="dcterms:W3CDTF">2026-08-20T09:37:30Z</dcterms:modified>
</cp:coreProperties>
</file>