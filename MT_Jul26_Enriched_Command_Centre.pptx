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0F6382-6B67-446D-9E1B-6F5B7AD3199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A2D82A1-242F-4A75-AE2C-0E6BCE81FF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6B4D9DE3-F4B0-47A5-A47C-4F8DA85EE3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A17A006-6B5D-4634-8482-13B5330BD86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E37D2A8-FD11-40AB-8303-0D3AFE47E0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84C767C-0397-4556-A87E-EC40E2DCF8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F935A340-1D51-4533-B9B0-C3E14FB018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7B3F3EFD-0F6A-422A-A31B-7AEE4FD87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077FB9E-E961-4C85-BFDF-CB100A6A52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06E9B02-675A-47AD-B58E-94280E518F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7E7F456-F0CF-4274-BAEE-01958330759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E6EA1A0-C368-48B1-B994-F8619A4480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23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23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23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23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23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23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23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23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23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24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24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24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24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24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24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24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24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2484"/>
          </a:xfrm>
          <a:prstGeom prst="roundRect">
            <a:avLst>
              <a:gd name="adj" fmla="val 124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