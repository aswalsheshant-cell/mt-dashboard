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2114K units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22.9% mix | 466K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₹8.28Cr offtake (466K units), 22.9% national.</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+99.0% YoY: ₹10.05Cr (597K units) vs offtake ₹8.28Cr (466K).</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+87% | Reliance +122% | Apollo +139% | WF NEW. West ₹8.28 Cr 82.3% conv; DMart West 94.2% = best DMart…</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22.7% mix | 435K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₹8.19Cr offtake (435K units), 22.7% national.</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+63.6% YoY: ₹9.8Cr (581K units) vs offtake ₹8.19Cr (435K).</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Apollo +188% | DMart +93% | Reliance +97%. S-1 ₹8.19 Cr at 83.6% conversion; Apollo ₹2.84 Cr at 81…</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19.4% mix | 377K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₹6.99Cr offtake (377K units), 19.4% national.</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+134.3% YoY: ₹11.95Cr (649K units) vs offtake ₹6.99Cr (377K).</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+201% | DMart +179% | Apollo +149%. North ₹11.95 Cr primary vs ₹6.99 Cr offtake; 58.5% conv…</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13.6% mix | 281K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₹4.91Cr offtake (281K units), 13.6% national.</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+69.3% YoY: ₹6.89Cr (343K units) vs offtake ₹4.91Cr (281K).</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+269% | Apollo flat | Reliance +27%. S-2 ₹6.89 Cr primary vs ₹4.91 Cr offtake; DMart S-2 at…</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9.8% mix | 183K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₹3.55Cr offtake (183K units), 9.8% national.</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+115.7% YoY: ₹7.83Cr (409K units) vs offtake ₹3.55Cr (183K).</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+119% | Vmart NEW | Apollo +65%. East 45.3% conv (worst nationally); ₹7.83 Cr primary vs…</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5.9% mix | 160K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₹2.12Cr offtake (160K units), 5.9% national.</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+202.2% YoY: ₹2.69Cr (160K units) vs offtake ₹2.12Cr (160K).</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4206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+169% | Reliance +296% | Apollo NEW. Central ₹2.12 Cr at 78.8% conversion; DMart Central 95.…</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