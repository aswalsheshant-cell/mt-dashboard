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76.8%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  ₹10.92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76.8%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₹8.28 Cr 82.3% conv; DMart West 94.2% = best DMart nationally; Reliance West 54.5% only exception; Wellness 134.9% =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45.3% conv (worst nationally); ₹7.83 Cr primary vs ₹3.55 Cr offtake; Reliance 52.9%; LY Paisa Vasool: primary ₹6.68→₹5.42 Cr; NPI 10.2%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