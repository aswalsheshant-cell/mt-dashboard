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8"/>
                </a:solidFill>
              </a:defRPr>
            </a:pPr>
            <a:r>
              <a:t>Honasa Modern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Q1 FY27 Performance &amp; Q2 Strategy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Best Ever Q1 FY27 — ₹114.39 Cr, +64%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Q1 offtake ₹114.39 Cr (+64% YoY); July offtake ₹36.1 Cr. West/South-1 self-sustaining (82-84% conversion); North/East = 70% of national ₹10.92 Cr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Gap concentration: D-Mart + Reliance = 90.7% of recovery requirement. Two chains hold the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Zone scorecard: West ₹8.28 Cr (82.3% conv), South-1 ₹8.19 Cr (83.6%), North ₹6.99 Cr (58.5% - FIX), East ₹3.55 Cr (45.3% - URGENT).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Sales VP + Regional Leads | Weekly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The Derma Co. Growth Engine — +365%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TDC ₹29.5 Cr (+365% YoY); Face Cleanser ₹7.13 Cr (growth hero); DMart ₹13.66 Cr, Reliance ₹7.31 Cr.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Supply constraint: TDC ₹4.16 Cr flow gap @ 72.6% conversion. Do NOT assume linear 365% continues into 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Q2 action: Validate TDC supply capacity for Aug-Sep before aggressive primary billing. If constrained, prioritise highest-velocity SKUs (Face Cleanser + Acne).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TDC Category Lead + Supply Chain | 15-Aug supply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Face Wash Uplift — ₹32.59 Cr Q1, +33% YoY, Nielsen MAT +56%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ME FW ₹32.59 Cr (+33% YoY); DMart share 27% (+10 pp). Nielsen external: MAT +56% YoY (vs category +10.9%), ME 11.2% share (+2.4 pp), WD 89.2%, ND 57.8%. 150 ml = category tail-wind (+59.7% YoY, 39.1% value).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Internal D-Mart 27% &gt; Nielsen MAT 11.2% = different bases. Use Nielsen for competitive health; internal for delivery. Rice ₹15.81 Cr leading because aligned to 150 ml pack trend.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Validation gate: Reconcile WD/PDO/OOS by 31-Aug. Confirm 150 ml trail in Rice/Ubtan/Turmeric lines. Expand FSDU by 30% if Nielsen validates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Category Lead + Analytics | 31-Aug field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Shampoo &amp; Sun Care — Scale Headroom, Pack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Shampoo ₹22.02 Cr (+65% YoY), Reliance ₹8.98 Cr driving; Sun Care ₹21.75 Cr (all brands best-ever). Nielsen: 650 ml = 72.1% of category value, +58% YoY; ME only has 3/16 formats (gap vs available 16).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Pack white-space: Test 650/1000/180 ml in DMart + Apollo (Nielsen validated as growth tiers). L3M Shampoo +80.3% shows demand pull; format gap limits penetration.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Q2 pilot: Deploy top-3 formats (650/1000/180) with trial packs (₹75–150 range). Scale only after 4-week velocity data. Onion/Rosemary revival = low-risk, high-upside 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Category Lead + Sales | 15-Sep pilot launch; 30-Sep velocity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Share &amp; Distribution Health — Reconciliation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ME FW 10.5% share (+3.1 pp), Shampoo 3.7% (+1.2 pp). Q1 sell-out 83.9% (₹21.9 Cr gap). Nielsen defines: WD = weekly distribution (ME 89.2%), ND = relative numerical dist (57.8%).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Measurement gap: Internal D-Mart SAH vs Nielsen WD do not map 1:1. Use Nielsen (MAT) for competitive health; internal NSV for execution targets. Flag: Shampoo brand-level Nielsen absent (File 1 note).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Governance move: Obtain Nielsen Shampoo brand-level data by 15-Aug. Field-validate SAH/WD/OOS by 31-Aug. Do NOT claim share changes until bases reconciled.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Analytics + Category Lead + Sales | 31-Aug reconciliation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Zone Performance Scorecard — Priority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223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097280"/>
                <a:gridCol w="1097280"/>
                <a:gridCol w="1097280"/>
                <a:gridCol w="16459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Jul Offtake (₹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Conversion %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 (₹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Top Chain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8.28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D-Mart 94.2%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South-1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8.19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83.6%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1.61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Apollo 81.0%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4.97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🔴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D-Mart 58.5%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South-2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4.91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71.3%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1.98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🔴 FIX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D-Mart +269%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🔴 URGENT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Reliance 44.9%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Central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D-Mart benchmark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D9D9D9"/>
                </a:solidFill>
              </a:defRPr>
            </a:pPr>
            <a:r>
              <a:t>North + East = 70.5% of national gap. Priority: Validate Reliance Paisa Vasool by 5-Aug before North recovery spending.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Q2 FY27: Five Strategic Moves + 90-Day Phasing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5504E"/>
                </a:solidFill>
              </a:defRPr>
            </a:pPr>
            <a:r>
              <a:t>EVIDENCE: Move 1: Protect FW lead (FSDU +30%, validate Nielsen WD by 31-Aug). Move 2: Scale Shampoo smartly (pilot 3 formats in DMart/Apollo, 15-Sep). Move 3: Win velocity (PDO &gt; category by 30-Sep). Move 4: Fix specific loopholes (Reliance Paisa Vasool Aug 5; North recovery after validation; East pause new loading).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IMPLICATION: Move 5 (Governance): Separate measurement bases. Nielsen MAT = competitive health (external). Internal NSV = business delivery (owned metrics). Do NOT compare as same base. Weekly steering on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ACTION: Phasing: Phase 0-30d (reconcile fields, validate data, run Paisa Vasool). Phase 31-60d (size white-space, run pilots, field-validate Nielsen). Phase 61-90d (scale proven cells only). Gate each phase: no action without data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D9D9D9"/>
                </a:solidFill>
              </a:defRPr>
            </a:pPr>
            <a:r>
              <a:t>Owner: Sales VP + Category Lead + Analytics | Weekly steering; gates on 5-Aug / 31-Aug / 30-Sep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Execution Ownership — RKAM/NKAM Accountability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6126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1645920"/>
                <a:gridCol w="109728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Zone/Chain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KPI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Regional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Maintain 82.3%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31-Aug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RKAM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Regional Lead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58.5% → 65% conversion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30-Sep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Regional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45.3% → 50%+ conversion (after Aug validation)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30-Sep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NKAM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Account Manager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D-Mart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₹4.29 Cr gap closure (Phase 1: South-2)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31-Aug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NKAM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Account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Reliance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Paisa Vasool validation; hold Haircare fixes until 5-Aug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05-Aug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Category Lead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Pack pilot launch; Nielsen reconciliation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44444"/>
                          </a:solidFill>
                        </a:defRPr>
                      </a:pPr>
                      <a:r>
                        <a:t>15-Sep / 31-Aug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D9D9D9"/>
                </a:solidFill>
              </a:defRPr>
            </a:pPr>
            <a:r>
              <a:t>Weekly scoreboard: Offtake vs. plan, Flow conversion % vs. target, Hero-SKU OSA &gt; 95%.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