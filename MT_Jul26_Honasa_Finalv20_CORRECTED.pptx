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9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1650" b="1">
                <a:solidFill>
                  <a:srgbClr val="116F68"/>
                </a:solidFill>
              </a:defRPr>
            </a:pPr>
            <a:r>
              <a:rPr sz="1650" b="1">
                <a:solidFill>
                  <a:srgbClr val="116F68"/>
                </a:solidFill>
              </a:rPr>
              <a:t>₹40.67 Cr July offtake | 2269K units | 86.5%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(+98.9% YoY) | 2742K units  •  ₹6.35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86.5% flow conversion | ₹6.35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61.3% of the zone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42.5%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₹8.49 Cr at 84.5%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₹8.77 Cr at 89.5%.</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₹3.63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61.9%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86.5%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43000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0853928"/>
            <a:ext cx="6134100" cy="1261872"/>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98.9%</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slips to #2 — Reliance is the one gap between here and the top</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+99.0% YoY | 597K units</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₹7.81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20.9% mix | 497K units</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84.5%</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₹1.56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Reliance West 54.5% conv: map top-20 EAN-store failures by 30-Aug  •  DMart 94.2% sustains — maintain hero-EAN OSA to protect it  •  Hold Wellness Forever loading until Aug offtake confirms timing</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 |+87%</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 |+122%</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 |+138%</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West held ₹8.49 Cr in July — 497K units — keeping close to #1 despite South-1's rise.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doubled YoY at ₹10.05 Cr. Most of the 597K units billed are already sold — DMart proves it.</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84.5% flow conversion — second-best nationally. Only South-1 at 89.5% does better.</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Gap is ₹1.56 Cr, almost entirely Reliance. DMart's 94% leaves almost nothing on the table.</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#2 nationally. Close Reliance West and the ranking re-opens.</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₹8.49 Cr from West in July, 497K units. DMart at 94% leads the zone; Reliance at 55% accounts for nearly all of the ₹1.56 Cr gap. Wellness Forever at 135% is a timing effect — hold loading.</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takes the national lead — Karnataka at ₹4.10 Cr is the one thing to protect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+63.6% YoY | 581K units</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₹8.21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21.6% mix | 461K units</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89.5%</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₹1.03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Karnataka anchors 50% of zone value — protect it before pushing Tamil Nadu  •  Apollo at 81%: fix top-5 declining EAN-store pairs before month-end  •  Lulu timing vs supply ambiguous — flag for Aug data check</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 |+188%</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 |+93%</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Lulu  ₹1.22 Cr |+96%</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₹0.03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South-1 is now the #1 zone at ₹8.77 Cr — overtook West on the back of Apollo's 188% YoY spike.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₹9.80 Cr grew 63.6% YoY with the cleanest conversion in the country at 89.5%.</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89.5% flow — best converting zone nationally. Karnataka absorbs half of what's loaded here.</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Smallest zone gap nationally at ₹1.03 Cr. Entirely recoverable with routine store-level fixes.</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#1 nationally for July — first time South-1 has led. Lose Karnataka and this ranking reverses.</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South-1 led all zones in July at ₹8.77 Cr, 461K units — 89.5% conversion, best in the country. Karnataka at ₹4.10 Cr is the load-bearing pillar. Apollo dipped 3pp below its benchmark; fix EAN-store gaps before it widens.</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billed the most nationally — but 30% of that primary is sitting unsold in stores</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+134.3% YoY | 649K units</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₹6.98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20.5% mix | 442K units</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69.6%</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₹3.63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Reliance North 44.9% conv: check Aug offtake by 05-Aug before any re-loading decision  •  Apollo at 98.3% confirms genuine demand — treat it as the zone benchmark  •  Delhi NCR + Rajasthan + Punjab = 74% of zone; all need weekly hero-EAN OSA tracking</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 |+201%</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 |+179%</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 |+149%</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North jumped from ₹6.99 to ₹8.32 Cr — 134% YoY primary load — but conversion tells a different story.</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₹11.95 Cr is the heaviest zone load nationally. At 69.6% flow, ₹3.63 Cr is sitting unsold.</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69.6% conversion — second-weakest zone. Reliance at 44.9% is the single driver of underperformance.</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₹3.63 Cr gap. If Reliance were at Apollo-level (98%), the gap would shrink to under ₹0.50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#3 nationally — but primary load ranks #1. Conversion gap is the only thing holding North back.</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billed ₹11.95 Cr primary but only ₹8.32 Cr (442K units) sold through. Reliance holds ₹5.35 Cr of that load and converts 44.9% — roughly ₹2.95 Cr of stock is in-store. Apollo at 98.3% proves demand is real when OSA is clean.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DMart is the largest single-account recovery play this month</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+69.3% YoY | 343K units</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₹4.93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13.0% mix | 299K units</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77.0%</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₹1.59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DMart S-2 at 45% conv — run store-level audit by 28-Aug to identify top blocked EANs  •  Apollo &gt;100%: opening-stock timing effect; quarantine primary comparison until reconciled  •  Reliance at 82.5%: healthy — monitor only, no action needed</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 |+269%</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 |+0%</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 |+27%</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South-2 rose from ₹4.91 to ₹5.30 Cr — DMart tripled its Jul-25 level and is now the story to resolve.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grew 69.3% YoY to ₹6.89 Cr; at 77.0% overall conv, the zone is steady except for the DMart gap.</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77.0% zone conversion — solid, but DMart at 45% pulls the average down single-handedly.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₹1.59 Cr gap. Most of it is DMart — the ₹1.95 Cr DMart load converting at 45% leaves ₹1.07 Cr on the table.</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#4 nationally. Close the DMart gap and South-2 moves comfortably past East.</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₹5.30 Cr offtake from South-2, 299K units. DMart grew 3× YoY but converts at 45% — pipeline issue, not demand. Apollo at 148% is an opening-stock timing effect. Run the DMart store audit before drawing any loading conclusions.</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at 62% conversion — Reliance stock is in-store; moratorium holds</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+115.7% YoY | 409K units</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11.9% mix | 245K units</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61.9%</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₹2.99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Non-hero loading moratorium stands until conversion crosses 70%  •  Validate Aug-26 Reliance East offtake by 05-Aug — if still below 70%, pull EAN-store list  •  Apollo East is NEW: protect launch availability; NPI at 10.2% is a secondary exposure to manage</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 |+119%</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 |NEW</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 |+65%</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₹0.03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East moved from ₹3.55 to ₹4.85 Cr once pending chains were counted — still the weakest converting zone.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₹7.83 Cr (115.7% YoY) is disproportionate to offtake. Close to ₹3 Cr of stock hasn't moved.</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61.9% conversion — weakest zone nationally. Reliance holds 44% of the load and converts barely half.</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₹2.99 Cr gap — second-largest nationally after North. Reliance East alone accounts for ~₹1.90 Cr of that.</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#5 nationally. Non-hero loading moratorium is the right call until conversion crosses 70%.</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₹4.85 Cr offtake, 245K units — weakest conversion nationally at 61.9%. Reliance East holds ₹4.08 Cr primary and converts 53%: roughly ₹1.90 Cr of stock is sitting. Non-hero moratorium active. Validate Aug offtake before any re-loading.</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opens clean at 107% flow — protect this rate before the pipeline normalises</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+-69.8% YoY | 160K units</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₹2.66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7.1% mix | 171K units</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107.1%</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₹0.03 Cr surplus</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DMart Central 95.3% is real demand — document EAN cadence as the national DMart benchmark  •  Reliance 51%: confirm whether this is opening stock or a true demand gap before re-ordering  •  Apollo NEW: validate opening stock first; do not load beyond confirmed sell-through rate</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 |+169%</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 |+296%</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₹0.03 Cr |NEW</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Central July-26: ₹2.69 Cr primary, ₹2.66 Cr offtake (98.9% conversion), -69.8% YoY vs Jul-25; ₹2.66 Cr offtake already exceeds ₹2.69 Cr primary — prior stock clearing.</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202% YoY primary growth reflects the zone's first proper July in the MT count, not organic demand.</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107.1% conversion — offtake exceeds primary this month. Prior channel inventory is clearing. DMart at 95% is genuine; Reliance at 51% is not.</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₹0.03 Cr 'surplus' is a data artifact — normalise over two months before treating Central as gap-free. Reliance 51% is a watch.</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#6 nationally, smallest zone. Set OSA and ordering benchmarks now while stores are manageable.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₹0.03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₹2.66 Cr offtake, 171K units. Offtake &gt; primary this month — prior inventory clearing. DMart 95.3% is a real and repeatable rate. Reliance 51% is suspect. Document DMart's EAN cadence as the national benchmark before loading more.</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₹0.03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₹0.03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