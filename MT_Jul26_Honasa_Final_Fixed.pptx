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0.xml" ContentType="application/vnd.openxmlformats-officedocument.drawingml.chart+xml"/>
  <Override PartName="/ppt/slides/charts/chart2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Relationships xmlns="http://schemas.openxmlformats.org/package/2006/relationships"><Relationship Type="http://schemas.openxmlformats.org/package/2006/relationships/metadata/core-properties" Target="/docProps/core.xml" Id="R63ac4d07194644cd" /><Relationship Type="http://schemas.openxmlformats.org/officeDocument/2006/relationships/extended-properties" Target="/docProps/app.xml" Id="R5819a01942624948" /><Relationship Type="http://schemas.openxmlformats.org/officeDocument/2006/relationships/officeDocument" Target="/ppt/presentation.xml" Id="Rad73cd0733c54abd" /></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a72cb0f936a84191" /><Relationship Type="http://schemas.openxmlformats.org/officeDocument/2006/relationships/slideMaster" Target="/ppt/slideMasters/slideMaster1.xml" Id="R38b03c5eb4df4d87" /><Relationship Type="http://schemas.openxmlformats.org/officeDocument/2006/relationships/notesMaster" Target="/ppt/notesMasters/notesMaster1.xml" Id="R6868a0b9a914459b" /><Relationship Type="http://schemas.openxmlformats.org/officeDocument/2006/relationships/presProps" Target="/ppt/presProps.xml" Id="Rc5d61f3f6a2949d7" /><Relationship Type="http://schemas.openxmlformats.org/officeDocument/2006/relationships/tableStyles" Target="/ppt/tableStyles.xml" Id="R0cb90f825c0e46bb" /><Relationship Type="http://schemas.openxmlformats.org/officeDocument/2006/relationships/slide" Target="/ppt/slides/slide1.xml" Id="Re152d1a90d4e4190" /><Relationship Type="http://schemas.openxmlformats.org/officeDocument/2006/relationships/slide" Target="/ppt/slides/slide2.xml" Id="R0143c6fe06894d94" /><Relationship Type="http://schemas.openxmlformats.org/officeDocument/2006/relationships/slide" Target="/ppt/slides/slide3.xml" Id="R8f6247f9571f4052" /><Relationship Type="http://schemas.openxmlformats.org/officeDocument/2006/relationships/slide" Target="/ppt/slides/slide4.xml" Id="Re3e9a364b12d464d" /><Relationship Type="http://schemas.openxmlformats.org/officeDocument/2006/relationships/slide" Target="/ppt/slides/slide5.xml" Id="R3a4c5069b8bd4491" /><Relationship Type="http://schemas.openxmlformats.org/officeDocument/2006/relationships/slide" Target="/ppt/slides/slide6.xml" Id="R1795850fc7224e85" /><Relationship Type="http://schemas.openxmlformats.org/officeDocument/2006/relationships/slide" Target="/ppt/slides/slide7.xml" Id="Rad427f039d604c43" /><Relationship Type="http://schemas.openxmlformats.org/officeDocument/2006/relationships/slide" Target="/ppt/slides/slide8.xml" Id="Rf5b82ebdfaac47c3" /><Relationship Type="http://schemas.openxmlformats.org/officeDocument/2006/relationships/slide" Target="/ppt/slides/slide9.xml" Id="Rc4ed7e5eaa9344a0" /><Relationship Type="http://schemas.openxmlformats.org/officeDocument/2006/relationships/slide" Target="/ppt/slides/slide10.xml" Id="Re5d6b16e36d04042" /><Relationship Type="http://schemas.openxmlformats.org/officeDocument/2006/relationships/slide" Target="/ppt/slides/slide12.xml" Id="R1aa66965d6d4440c" /><Relationship Type="http://schemas.openxmlformats.org/officeDocument/2006/relationships/slide" Target="/ppt/slides/slide13.xml" Id="R2165f9be392c4f9c" /><Relationship Type="http://schemas.openxmlformats.org/officeDocument/2006/relationships/slide" Target="/ppt/slides/slide14.xml" Id="R2649de66fc444c71" /><Relationship Type="http://schemas.openxmlformats.org/officeDocument/2006/relationships/slide" Target="/ppt/slides/slide15.xml" Id="Re2c1f89efbdc4edd" /><Relationship Type="http://schemas.openxmlformats.org/officeDocument/2006/relationships/slide" Target="/ppt/slides/slide16.xml" Id="R38ff2dd4b1e142e5" /><Relationship Type="http://schemas.openxmlformats.org/officeDocument/2006/relationships/slide" Target="/ppt/slides/slide17.xml" Id="R733ce381be82410b" /><Relationship Type="http://schemas.openxmlformats.org/officeDocument/2006/relationships/slide" Target="/ppt/slides/slide18.xml" Id="R22da18962aef47f3" /><Relationship Type="http://schemas.openxmlformats.org/officeDocument/2006/relationships/slide" Target="/ppt/slides/slide19.xml" Id="R235672ef4d3749a7" /></Relationships>
</file>

<file path=ppt/notesMasters/_rels/notesMaster1.xml.rels><?xml version="1.0" encoding="utf-8"?><Relationships xmlns="http://schemas.openxmlformats.org/package/2006/relationships"><Relationship Type="http://schemas.openxmlformats.org/officeDocument/2006/relationships/theme" Target="/ppt/notesMasters/theme/theme3.xml" Id="R3e91694783d74e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f2f9f3c17ce9428d" /><Relationship Type="http://schemas.openxmlformats.org/officeDocument/2006/relationships/notesMaster" Target="/ppt/notesMasters/notesMaster1.xml" Id="R4d86e85a51054180" /></Relationships>
</file>

<file path=ppt/notesSlides/_rels/notesSlide2.xml.rels><?xml version="1.0" encoding="utf-8"?><Relationships xmlns="http://schemas.openxmlformats.org/package/2006/relationships"><Relationship Type="http://schemas.openxmlformats.org/officeDocument/2006/relationships/slide" Target="/ppt/slides/slide2.xml" Id="Rc05a4892ac074ab7" /><Relationship Type="http://schemas.openxmlformats.org/officeDocument/2006/relationships/notesMaster" Target="/ppt/notesMasters/notesMaster1.xml" Id="R7dff8090fabe47c2" /></Relationships>
</file>

<file path=ppt/notesSlides/_rels/notesSlide3.xml.rels><?xml version="1.0" encoding="utf-8"?><Relationships xmlns="http://schemas.openxmlformats.org/package/2006/relationships"><Relationship Type="http://schemas.openxmlformats.org/officeDocument/2006/relationships/slide" Target="/ppt/slides/slide3.xml" Id="R28b4b8d55cf24a9d" /><Relationship Type="http://schemas.openxmlformats.org/officeDocument/2006/relationships/notesMaster" Target="/ppt/notesMasters/notesMaster1.xml" Id="Ra01d069e9e7b491d" /></Relationships>
</file>

<file path=ppt/notesSlides/_rels/notesSlide4.xml.rels><?xml version="1.0" encoding="utf-8"?><Relationships xmlns="http://schemas.openxmlformats.org/package/2006/relationships"><Relationship Type="http://schemas.openxmlformats.org/officeDocument/2006/relationships/slide" Target="/ppt/slides/slide4.xml" Id="R519e971c66144d42" /><Relationship Type="http://schemas.openxmlformats.org/officeDocument/2006/relationships/notesMaster" Target="/ppt/notesMasters/notesMaster1.xml" Id="R731ba1d494894bbe" /></Relationships>
</file>

<file path=ppt/notesSlides/_rels/notesSlide5.xml.rels><?xml version="1.0" encoding="utf-8"?><Relationships xmlns="http://schemas.openxmlformats.org/package/2006/relationships"><Relationship Type="http://schemas.openxmlformats.org/officeDocument/2006/relationships/slide" Target="/ppt/slides/slide5.xml" Id="R2b7f726d180943d2" /><Relationship Type="http://schemas.openxmlformats.org/officeDocument/2006/relationships/notesMaster" Target="/ppt/notesMasters/notesMaster1.xml" Id="Rb3e8a0d0a31f4efa" /></Relationships>
</file>

<file path=ppt/notesSlides/_rels/notesSlide6.xml.rels><?xml version="1.0" encoding="utf-8"?><Relationships xmlns="http://schemas.openxmlformats.org/package/2006/relationships"><Relationship Type="http://schemas.openxmlformats.org/officeDocument/2006/relationships/slide" Target="/ppt/slides/slide6.xml" Id="R2ba816674e124930" /><Relationship Type="http://schemas.openxmlformats.org/officeDocument/2006/relationships/notesMaster" Target="/ppt/notesMasters/notesMaster1.xml" Id="R7e254495f4c5454d" /></Relationships>
</file>

<file path=ppt/notesSlides/_rels/notesSlide7.xml.rels><?xml version="1.0" encoding="utf-8"?><Relationships xmlns="http://schemas.openxmlformats.org/package/2006/relationships"><Relationship Type="http://schemas.openxmlformats.org/officeDocument/2006/relationships/slide" Target="/ppt/slides/slide7.xml" Id="R3fe4bf92618e4ebe" /><Relationship Type="http://schemas.openxmlformats.org/officeDocument/2006/relationships/notesMaster" Target="/ppt/notesMasters/notesMaster1.xml" Id="Rc634250b801442f2" /></Relationships>
</file>

<file path=ppt/notesSlides/_rels/notesSlide8.xml.rels><?xml version="1.0" encoding="utf-8"?><Relationships xmlns="http://schemas.openxmlformats.org/package/2006/relationships"><Relationship Type="http://schemas.openxmlformats.org/officeDocument/2006/relationships/slide" Target="/ppt/slides/slide8.xml" Id="Rfd84da7b1e994db0" /><Relationship Type="http://schemas.openxmlformats.org/officeDocument/2006/relationships/notesMaster" Target="/ppt/notesMasters/notesMaster1.xml" Id="R2addd1c061f34315" /></Relationships>
</file>

<file path=ppt/notesSlides/_rels/notesSlide9.xml.rels><?xml version="1.0" encoding="utf-8"?><Relationships xmlns="http://schemas.openxmlformats.org/package/2006/relationships"><Relationship Type="http://schemas.openxmlformats.org/officeDocument/2006/relationships/slide" Target="/ppt/slides/slide9.xml" Id="Rec7afd1f61d54a9e" /><Relationship Type="http://schemas.openxmlformats.org/officeDocument/2006/relationships/notesMaster" Target="/ppt/notesMasters/notesMaster1.xml" Id="R985569addc0041cb" /></Relationships>
</file>

<file path=ppt/notesSlides/_rels/notesSlide10.xml.rels><?xml version="1.0" encoding="utf-8"?><Relationships xmlns="http://schemas.openxmlformats.org/package/2006/relationships"><Relationship Type="http://schemas.openxmlformats.org/officeDocument/2006/relationships/slide" Target="/ppt/slides/slide10.xml" Id="Re1ce444c415e4b12" /><Relationship Type="http://schemas.openxmlformats.org/officeDocument/2006/relationships/notesMaster" Target="/ppt/notesMasters/notesMaster1.xml" Id="R7faacdd029264393" /></Relationships>
</file>

<file path=ppt/notesSlides/_rels/notesSlide12.xml.rels><?xml version="1.0" encoding="utf-8"?><Relationships xmlns="http://schemas.openxmlformats.org/package/2006/relationships"><Relationship Type="http://schemas.openxmlformats.org/officeDocument/2006/relationships/slide" Target="/ppt/slides/slide12.xml" Id="Ra4feae875ffd46d1" /><Relationship Type="http://schemas.openxmlformats.org/officeDocument/2006/relationships/notesMaster" Target="/ppt/notesMasters/notesMaster1.xml" Id="R98b21cc1f15f474a" /></Relationships>
</file>

<file path=ppt/notesSlides/_rels/notesSlide13.xml.rels><?xml version="1.0" encoding="utf-8"?><Relationships xmlns="http://schemas.openxmlformats.org/package/2006/relationships"><Relationship Type="http://schemas.openxmlformats.org/officeDocument/2006/relationships/slide" Target="/ppt/slides/slide13.xml" Id="R6354920cef084968" /><Relationship Type="http://schemas.openxmlformats.org/officeDocument/2006/relationships/notesMaster" Target="/ppt/notesMasters/notesMaster1.xml" Id="Rcb98de9cc9b14eed" /></Relationships>
</file>

<file path=ppt/notesSlides/_rels/notesSlide14.xml.rels><?xml version="1.0" encoding="utf-8"?><Relationships xmlns="http://schemas.openxmlformats.org/package/2006/relationships"><Relationship Type="http://schemas.openxmlformats.org/officeDocument/2006/relationships/slide" Target="/ppt/slides/slide14.xml" Id="R0dda0ec43f9049de" /><Relationship Type="http://schemas.openxmlformats.org/officeDocument/2006/relationships/notesMaster" Target="/ppt/notesMasters/notesMaster1.xml" Id="R36b16739ffb74cbe" /></Relationships>
</file>

<file path=ppt/notesSlides/_rels/notesSlide15.xml.rels><?xml version="1.0" encoding="utf-8"?><Relationships xmlns="http://schemas.openxmlformats.org/package/2006/relationships"><Relationship Type="http://schemas.openxmlformats.org/officeDocument/2006/relationships/slide" Target="/ppt/slides/slide15.xml" Id="Re9bf9a4c54104910" /><Relationship Type="http://schemas.openxmlformats.org/officeDocument/2006/relationships/notesMaster" Target="/ppt/notesMasters/notesMaster1.xml" Id="R0b732f6ee0ea4041" /></Relationships>
</file>

<file path=ppt/notesSlides/_rels/notesSlide16.xml.rels><?xml version="1.0" encoding="utf-8"?><Relationships xmlns="http://schemas.openxmlformats.org/package/2006/relationships"><Relationship Type="http://schemas.openxmlformats.org/officeDocument/2006/relationships/slide" Target="/ppt/slides/slide16.xml" Id="R66f0efd60bb34799" /><Relationship Type="http://schemas.openxmlformats.org/officeDocument/2006/relationships/notesMaster" Target="/ppt/notesMasters/notesMaster1.xml" Id="Rea8674ed1c204523" /></Relationships>
</file>

<file path=ppt/notesSlides/_rels/notesSlide17.xml.rels><?xml version="1.0" encoding="utf-8"?><Relationships xmlns="http://schemas.openxmlformats.org/package/2006/relationships"><Relationship Type="http://schemas.openxmlformats.org/officeDocument/2006/relationships/slide" Target="/ppt/slides/slide17.xml" Id="R9755abe7b15c40b9" /><Relationship Type="http://schemas.openxmlformats.org/officeDocument/2006/relationships/notesMaster" Target="/ppt/notesMasters/notesMaster1.xml" Id="Rc1b5834869ac4ad3" /></Relationships>
</file>

<file path=ppt/notesSlides/_rels/notesSlide18.xml.rels><?xml version="1.0" encoding="utf-8"?><Relationships xmlns="http://schemas.openxmlformats.org/package/2006/relationships"><Relationship Type="http://schemas.openxmlformats.org/officeDocument/2006/relationships/slide" Target="/ppt/slides/slide18.xml" Id="R73a85938f63c4a5c" /><Relationship Type="http://schemas.openxmlformats.org/officeDocument/2006/relationships/notesMaster" Target="/ppt/notesMasters/notesMaster1.xml" Id="Rc436e820ddd345bd" /></Relationships>
</file>

<file path=ppt/notesSlides/_rels/notesSlide19.xml.rels><?xml version="1.0" encoding="utf-8"?><Relationships xmlns="http://schemas.openxmlformats.org/package/2006/relationships"><Relationship Type="http://schemas.openxmlformats.org/officeDocument/2006/relationships/slide" Target="/ppt/slides/slide19.xml" Id="Ra8a3ab2aa01e4b87" /><Relationship Type="http://schemas.openxmlformats.org/officeDocument/2006/relationships/notesMaster" Target="/ppt/notesMasters/notesMaster1.xml" Id="Re5d92af4f6bf47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Relationships xmlns="http://schemas.openxmlformats.org/package/2006/relationships"><Relationship Type="http://schemas.openxmlformats.org/officeDocument/2006/relationships/slideMaster" Target="/ppt/slideMasters/slideMaster1.xml" Id="R58c6bb46fcea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Relationships xmlns="http://schemas.openxmlformats.org/package/2006/relationships"><Relationship Type="http://schemas.openxmlformats.org/officeDocument/2006/relationships/theme" Target="/ppt/slideMasters/theme/theme2.xml" Id="R4cbe0f88196e429d" /><Relationship Type="http://schemas.openxmlformats.org/officeDocument/2006/relationships/slideLayout" Target="/ppt/slideLayouts/slideLayout1.xml" Id="R0bd8547cca8b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23d6d401e5c34021" /><Relationship Type="http://schemas.openxmlformats.org/officeDocument/2006/relationships/chart" Target="/ppt/slides/charts/chart1.xml" Id="Ra97f89de9c7347da" /><Relationship Type="http://schemas.openxmlformats.org/officeDocument/2006/relationships/chart" Target="/ppt/slides/charts/chart2.xml" Id="Ra448820c4fed472f" /><Relationship Type="http://schemas.openxmlformats.org/officeDocument/2006/relationships/notesSlide" Target="/ppt/notesSlides/notesSlide1.xml" Id="R73f2505ae45144ef" /></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5f79984d5f474465" /><Relationship Type="http://schemas.openxmlformats.org/officeDocument/2006/relationships/notesSlide" Target="/ppt/notesSlides/notesSlide2.xml" Id="Rdd940aacabf7460e" /></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b38d77076322409e" /><Relationship Type="http://schemas.openxmlformats.org/officeDocument/2006/relationships/chart" Target="/ppt/slides/charts/chart3.xml" Id="R96fa285f352c4a08" /><Relationship Type="http://schemas.openxmlformats.org/officeDocument/2006/relationships/chart" Target="/ppt/slides/charts/chart4.xml" Id="R4153b290bfb44727" /><Relationship Type="http://schemas.openxmlformats.org/officeDocument/2006/relationships/notesSlide" Target="/ppt/notesSlides/notesSlide3.xml" Id="R8851c91677954379"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4fba59b742f34872" /><Relationship Type="http://schemas.openxmlformats.org/officeDocument/2006/relationships/notesSlide" Target="/ppt/notesSlides/notesSlide4.xml" Id="Rc9ab5f64193e40b8"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59f9dc6ab950422f" /><Relationship Type="http://schemas.openxmlformats.org/officeDocument/2006/relationships/chart" Target="/ppt/slides/charts/chart5.xml" Id="R518c427094334fee" /><Relationship Type="http://schemas.openxmlformats.org/officeDocument/2006/relationships/chart" Target="/ppt/slides/charts/chart6.xml" Id="Ra434dfaead754aad" /><Relationship Type="http://schemas.openxmlformats.org/officeDocument/2006/relationships/notesSlide" Target="/ppt/notesSlides/notesSlide5.xml" Id="R0910ec1b05ac4fb0" /></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8dd513a03ecf4c83" /><Relationship Type="http://schemas.openxmlformats.org/officeDocument/2006/relationships/chart" Target="/ppt/slides/charts/chart7.xml" Id="Rf35dca6890d040ce" /><Relationship Type="http://schemas.openxmlformats.org/officeDocument/2006/relationships/chart" Target="/ppt/slides/charts/chart8.xml" Id="Ra55689006f294729" /><Relationship Type="http://schemas.openxmlformats.org/officeDocument/2006/relationships/notesSlide" Target="/ppt/notesSlides/notesSlide6.xml" Id="R9505f958cd874f6d" /></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299844c692d04079" /><Relationship Type="http://schemas.openxmlformats.org/officeDocument/2006/relationships/chart" Target="/ppt/slides/charts/chart9.xml" Id="R00c5267dba7a483d" /><Relationship Type="http://schemas.openxmlformats.org/officeDocument/2006/relationships/chart" Target="/ppt/slides/charts/chart10.xml" Id="R7927e8b58e0943c7" /><Relationship Type="http://schemas.openxmlformats.org/officeDocument/2006/relationships/notesSlide" Target="/ppt/notesSlides/notesSlide7.xml" Id="R98f43290b4d548ec" /></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ba5b03d533bf485b" /><Relationship Type="http://schemas.openxmlformats.org/officeDocument/2006/relationships/chart" Target="/ppt/slides/charts/chart11.xml" Id="R467df232fc254c18" /><Relationship Type="http://schemas.openxmlformats.org/officeDocument/2006/relationships/chart" Target="/ppt/slides/charts/chart12.xml" Id="Rc954bdb8aef643bc" /><Relationship Type="http://schemas.openxmlformats.org/officeDocument/2006/relationships/notesSlide" Target="/ppt/notesSlides/notesSlide8.xml" Id="Ree55ceb70c614b93" /></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a4f7f4bce79349a8" /><Relationship Type="http://schemas.openxmlformats.org/officeDocument/2006/relationships/chart" Target="/ppt/slides/charts/chart13.xml" Id="Rba3769e1c9484e65" /><Relationship Type="http://schemas.openxmlformats.org/officeDocument/2006/relationships/chart" Target="/ppt/slides/charts/chart14.xml" Id="R6b4d82ef6fd14b5e" /><Relationship Type="http://schemas.openxmlformats.org/officeDocument/2006/relationships/notesSlide" Target="/ppt/notesSlides/notesSlide9.xml" Id="R3525632b4f424486" /></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a28a3472b9f04a77" /><Relationship Type="http://schemas.openxmlformats.org/officeDocument/2006/relationships/chart" Target="/ppt/slides/charts/chart15.xml" Id="R8a1d343107c24bdb" /><Relationship Type="http://schemas.openxmlformats.org/officeDocument/2006/relationships/chart" Target="/ppt/slides/charts/chart16.xml" Id="Rcb7f0b9eee784ba4" /><Relationship Type="http://schemas.openxmlformats.org/officeDocument/2006/relationships/notesSlide" Target="/ppt/notesSlides/notesSlide10.xml" Id="R434f8afd3b1f40df" /></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3d371d46e64b4f09" /><Relationship Type="http://schemas.openxmlformats.org/officeDocument/2006/relationships/notesSlide" Target="/ppt/notesSlides/notesSlide12.xml" Id="Rba59c946b8484a10" /></Relationships>
</file>

<file path=ppt/slides/_rels/slide13.xml.rels><?xml version="1.0" encoding="utf-8"?><Relationships xmlns="http://schemas.openxmlformats.org/package/2006/relationships"><Relationship Type="http://schemas.openxmlformats.org/officeDocument/2006/relationships/slideLayout" Target="/ppt/slideLayouts/slideLayout1.xml" Id="R4cf3766ad67f4eaf" /><Relationship Type="http://schemas.openxmlformats.org/officeDocument/2006/relationships/notesSlide" Target="/ppt/notesSlides/notesSlide13.xml" Id="R45a0bb10762a4f8f" /></Relationships>
</file>

<file path=ppt/slides/_rels/slide14.xml.rels><?xml version="1.0" encoding="utf-8"?><Relationships xmlns="http://schemas.openxmlformats.org/package/2006/relationships"><Relationship Type="http://schemas.openxmlformats.org/officeDocument/2006/relationships/slideLayout" Target="/ppt/slideLayouts/slideLayout1.xml" Id="Rd242104700a94c0a" /><Relationship Type="http://schemas.openxmlformats.org/officeDocument/2006/relationships/chart" Target="/ppt/slides/charts/chart19.xml" Id="R8f0a4c77f31e4342" /><Relationship Type="http://schemas.openxmlformats.org/officeDocument/2006/relationships/notesSlide" Target="/ppt/notesSlides/notesSlide14.xml" Id="R689d119e2ee3468d" /></Relationships>
</file>

<file path=ppt/slides/_rels/slide15.xml.rels><?xml version="1.0" encoding="utf-8"?><Relationships xmlns="http://schemas.openxmlformats.org/package/2006/relationships"><Relationship Type="http://schemas.openxmlformats.org/officeDocument/2006/relationships/slideLayout" Target="/ppt/slideLayouts/slideLayout1.xml" Id="R699a1b455d9141ee" /><Relationship Type="http://schemas.openxmlformats.org/officeDocument/2006/relationships/chart" Target="/ppt/slides/charts/chart20.xml" Id="Rcba08b6542dc47f0" /><Relationship Type="http://schemas.openxmlformats.org/officeDocument/2006/relationships/chart" Target="/ppt/slides/charts/chart21.xml" Id="R3e55ff4929954159" /><Relationship Type="http://schemas.openxmlformats.org/officeDocument/2006/relationships/notesSlide" Target="/ppt/notesSlides/notesSlide15.xml" Id="Reccea38adb4d4a26" /></Relationships>
</file>

<file path=ppt/slides/_rels/slide16.xml.rels><?xml version="1.0" encoding="utf-8"?><Relationships xmlns="http://schemas.openxmlformats.org/package/2006/relationships"><Relationship Type="http://schemas.openxmlformats.org/officeDocument/2006/relationships/slideLayout" Target="/ppt/slideLayouts/slideLayout1.xml" Id="R02f98875ff3f4eaf" /><Relationship Type="http://schemas.openxmlformats.org/officeDocument/2006/relationships/chart" Target="/ppt/slides/charts/chart22.xml" Id="Ra27a828a0da64f79" /><Relationship Type="http://schemas.openxmlformats.org/officeDocument/2006/relationships/notesSlide" Target="/ppt/notesSlides/notesSlide16.xml" Id="Ra1b553c7fb5a464e" /></Relationships>
</file>

<file path=ppt/slides/_rels/slide17.xml.rels><?xml version="1.0" encoding="utf-8"?><Relationships xmlns="http://schemas.openxmlformats.org/package/2006/relationships"><Relationship Type="http://schemas.openxmlformats.org/officeDocument/2006/relationships/slideLayout" Target="/ppt/slideLayouts/slideLayout1.xml" Id="R4df7215c48414ca1" /><Relationship Type="http://schemas.openxmlformats.org/officeDocument/2006/relationships/chart" Target="/ppt/slides/charts/chart23.xml" Id="Rea60a2bb094b482c" /><Relationship Type="http://schemas.openxmlformats.org/officeDocument/2006/relationships/chart" Target="/ppt/slides/charts/chart24.xml" Id="R5d25aeb3a9924497" /><Relationship Type="http://schemas.openxmlformats.org/officeDocument/2006/relationships/chart" Target="/ppt/slides/charts/chart25.xml" Id="Rfb728f2d59d242c8" /><Relationship Type="http://schemas.openxmlformats.org/officeDocument/2006/relationships/notesSlide" Target="/ppt/notesSlides/notesSlide17.xml" Id="R194083b7cffb4ac1" /></Relationships>
</file>

<file path=ppt/slides/_rels/slide18.xml.rels><?xml version="1.0" encoding="utf-8"?><Relationships xmlns="http://schemas.openxmlformats.org/package/2006/relationships"><Relationship Type="http://schemas.openxmlformats.org/officeDocument/2006/relationships/slideLayout" Target="/ppt/slideLayouts/slideLayout1.xml" Id="R08a76b65749448fd" /><Relationship Type="http://schemas.openxmlformats.org/officeDocument/2006/relationships/notesSlide" Target="/ppt/notesSlides/notesSlide18.xml" Id="Rc87ba32ab0fa4811" /></Relationships>
</file>

<file path=ppt/slides/_rels/slide19.xml.rels><?xml version="1.0" encoding="utf-8"?><Relationships xmlns="http://schemas.openxmlformats.org/package/2006/relationships"><Relationship Type="http://schemas.openxmlformats.org/officeDocument/2006/relationships/slideLayout" Target="/ppt/slideLayouts/slideLayout1.xml" Id="R33fb7c7bd9164258" /><Relationship Type="http://schemas.openxmlformats.org/officeDocument/2006/relationships/notesSlide" Target="/ppt/notesSlides/notesSlide19.xml" Id="R94f7b10e41be42ee" /></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73.4%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83B39"/>
                </a:solidFill>
              </a:defRPr>
            </a:pPr>
            <a:r>
              <a:rPr sz="975" b="1">
                <a:solidFill>
                  <a:srgbClr val="183B39"/>
                </a:solidFill>
              </a:rPr>
              <a:t>₹49.2 Cr primary  •  ₹13.11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73.4% conversion | ₹13.11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₹24.49 Cr | 73.4%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₹11.03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22.9% mix</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versus ₹8.28 Cr offtake.</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₹8.28 Cr 82.3% conv; DMart West 94.2% = best DMart nationally; Reliance West 54.5% only exception; Wellness 134.9% = timing signal</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22.7% mix</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Lulu  ₹1.22 Cr</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S-1 ₹8.19 Cr at 83.6% conversion; Apollo ₹2.84 Cr at 81.0% is the only exception; TDC Face Cleanser growing from ₹0.73 Cr (Feb) to ₹1.18 Cr (Jul)</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19.4% mix</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versus ₹6.99 Cr offtake.</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₹11.95 Cr primary vs ₹6.99 Cr offtake; 58.5% conversion; Reliance North 44.9% is the most critical account nationally; Apollo North 98.3% is the exception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13.6% mix</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versus ₹4.91 Cr offtake.</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S-2 ₹6.89 Cr primary vs ₹4.91 Cr offtake; DMart S-2 at 45.1% is the lowest DMart conversion nationally; Apollo S-2 at 148.5% signals overbilling</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9.8% mix</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versus ₹3.55 Cr offtake.</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45.3% conv (worst nationally); ₹7.83 Cr primary vs ₹3.55 Cr offtake; Reliance 52.9%; LY Paisa Vasool: primary ₹6.68→₹5.42 Cr; NPI 10.2% highest nationally</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5.9% mix</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versus ₹2.12 Cr offtake.</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₹2.12 Cr at 78.8% conversion; DMart Central 95.3% is the best DMart rate nationally; zone data available from July only (first billing month)</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+26.0 pp vs MT avg (73.4%)</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₹2.82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₹2.82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7.82%</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₹2.82 Cr NPI; 58/60 EANs billing; Reliance 46.3% (₹1.30 Cr), DMart 34.6% (₹0.98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67.8%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₹11.03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₹24.49 Cr at 73.4% conv; TDC ₹11.03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₹13.11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₹49.21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73.4%</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