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2114K units | 76.8%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(+98.9% YoY) | 2742K units  •  ₹10.92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76.8% conversion | ₹10.92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76.8%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Jul'25: ₹5.05Cr | Jul'26: ₹10.05Cr (+99.0% YoY) | 597K units</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22.9% mix | 466K units (Jul'26)</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 | Prim: +87%</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 | Prim: +122%</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 | Prim: +138%</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 Cr offtake (466K units), 22.9% of national value.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is ₹10.05 Cr (597K units, +99.0% YoY vs ₹5.05Cr Jul'25) versus ₹8.28 Cr offtake (466K units).</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[PRIMARY YoY] Primary YoY: DMart ₹3.27→₹6.12Cr (+87.0%); Reliance ₹1.02→₹2.26Cr (+121.6%); Apollo ₹0.26→₹0.62Cr (+138.5%); Wellness Forever NEW ₹0.49Cr. Reliance West conversion 54.5% vs primary +121.6% → stock build watch. West ₹8.28 Cr 82.3% conv; DMart West 94.2% = best DMart nationally; Reliance West 54.5% only exception; Wellness 134.9% = timing signal…</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Jul'25: ₹5.99Cr | Jul'26: ₹9.8Cr (+63.6% YoY) | 581K units</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22.7% mix | 435K units (Jul'26)</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 | Prim: +188%</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 | Prim: +93%</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Lulu  ₹1.22 Cr | Prim: +96%</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 Cr offtake (435K units), 22.7% of national value.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is ₹9.80 Cr versus ₹8.19 Cr offtake.</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[PRIMARY YoY] Primary YoY: Apollo ₹1.22→₹3.51Cr (+187.7%); DMart ₹1.60→₹3.09Cr (+93.1%); Reliance ₹1.14→₹2.24Cr (+96.5%). Apollo S-1 primary surge: validate offtake velocity before next loading. S-1 ₹8.19 Cr at 83.6% conversion; Apollo ₹2.84 Cr at 81.0% is the only exception; TDC Face Cleanser growing from ₹0.73 Cr (Feb) to ₹1.18 Cr (Jul)…</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Jul'25: ₹5.1Cr | Jul'26: ₹11.95Cr (+134.3% YoY) | 649K units</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19.4% mix | 377K units (Jul'26)</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 | Prim: +201%</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 | Prim: +179%</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 | Prim: +149%</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 Cr offtake (377K units), 19.4% of national value.</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is ₹11.95 Cr (649K units, +134.3% YoY vs ₹5.1Cr Jul'25) versus ₹6.99 Cr offtake (377K units).</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[PRIMARY YoY] Primary YoY: Reliance ₹1.78→₹5.35Cr (+200.6%); DMart ₹1.16→₹3.24Cr (+179.3%); Apollo ₹0.47→₹1.17Cr (+148.9%). PAISA VASOOL EFFECT: Reliance North primary surged +200.6% LY Jul'25; LY Paisa Vasool event drove +46.4% offtake Aug'25 surge — this Jul'26 primary buildup likely repeating the pattern. Validate Reliance North Aug'26 offtake by 05-Aug before holding or loading. North ₹11.95 Cr primary vs ₹6.99 Cr offtake; 58.5% conversion; Reliance North 44.9% is the most critical account nationally; Apollo North 98.3% is the exception…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Jul'25: ₹4.07Cr | Jul'26: ₹6.89Cr (+69.3% YoY) | 343K units</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13.6% mix | 281K units (Jul'26)</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 | Prim: +269%</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 | Prim: +0%</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 | Prim: +27%</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 Cr offtake (281K units), 13.6% of national value.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is ₹6.89 Cr (343K units, +69.3% YoY vs ₹4.07Cr Jul'25) versus ₹4.91 Cr offtake (281K units).</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[PRIMARY YoY] Primary YoY: DMart ₹1.17→₹4.32Cr (+269.2%); Apollo ₹1.10→₹1.10Cr (flat); Reliance ₹0.64→₹0.81Cr (+26.6%). DMart S-2 primary surge +269.2%: Apollo flat and Reliance low growth → validate offtake velocity before next DMart loading. S-2 ₹6.89 Cr primary vs ₹4.91 Cr offtake; DMart S-2 at 45.1% is the lowest DMart conversion nationally; Apollo S-2 at 148.5% signals overbilling…</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Jul'25: ₹3.63Cr | Jul'26: ₹7.83Cr (+115.7% YoY) | 409K units</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9.8% mix | 183K units (Jul'26)</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 | Prim: +119%</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 | Prim: NEW</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 | Prim: +65%</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 Cr offtake (183K units), 9.8% of national value.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is ₹7.83 Cr (409K units, +115.7% YoY vs ₹3.63Cr Jul'25) versus ₹3.55 Cr offtake (183K units).</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[PRIMARY YoY] Primary YoY: Reliance ₹1.87→₹4.09Cr (+118.7%); Vmart NEW ₹2.00Cr; Apollo ₹0.40→₹0.66Cr (+65.0%). PAISA VASOOL EFFECT: Reliance East primary +118.7% mirrors LY Jul'25 pattern; LY Aug'25 Paisa Vasool drove massive sellthrough — East 45.3% conversion signals over-stock NOW, not demand. Moratorium on non-Hero EAN loading stands; check Aug'26 Reliance East offtake by 05-Aug. East 45.3% conv (worst nationally); ₹7.83 Cr primary vs ₹3.55 Cr offtake; Reliance 52.9%; LY Paisa Vasool: primary ₹6.68→₹5.42 Cr; NPI 10.2% highest nationally…</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Jul'25: ₹0.89Cr | Jul'26: ₹2.69Cr (+202.2% YoY) | 160K units</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5.9% mix | 160K units (Jul'26)</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 | Prim: +169%</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 | Prim: +296%</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 | Prim: NEW</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 Cr offtake (160K units), 5.9% of national value.</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is ₹2.69 Cr (160K units, +202.2% YoY vs ₹0.89Cr Jul'25) versus ₹2.12 Cr offtake (160K units).</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[PRIMARY YoY] Primary YoY: DMart ₹0.55→₹1.48Cr (+169.1%); Reliance ₹0.23→₹0.91Cr (+295.7%); Apollo NEW ₹0.14Cr. Central is a NEW zone (FY27 first full month); +202.2% primary YoY reflects base effect of zone launch — protect 95.3% DMart conversion as the national benchmark. Central ₹2.12 Cr at 78.8% conversion; DMart Central 95.3% is the best DMart rate nationally; zone data available from July only (first billing month)…</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